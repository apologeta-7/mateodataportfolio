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Store Sales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Corporacion Favorita demand forecast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7548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Goal: forecast 16 days of daily sales at date, store and family grain.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Recommended model: LightGBM global forecasting model.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Serving surface: FastAPI batch prediction endpoint with Docker config.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32588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28,512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validation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2588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16 days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forecast horizon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233172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28,512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future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33172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12,338,063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future total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Short-term replenishment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6809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Forecast expected sales for each store and product family.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Reduce risk of stockouts, excess stock and poor holiday or promotion planning.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Use known future context: calendar, store metadata, promotions, holidays and oil features.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Keep the model interpretable enough for business review and portfolio storytelling.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LightGBM outperformed the operational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0.4167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LightGBM RMSLE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0.5216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Baseline RMSLE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3444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14.6%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LightGBM WAPE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234440"/>
            <a:ext cx="17373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C8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D40"/>
                </a:solidFill>
              </a:defRPr>
            </a:pPr>
            <a:r>
              <a:t>20.8%</a:t>
            </a:r>
          </a:p>
          <a:p>
            <a:pPr algn="ctr">
              <a:defRPr sz="800">
                <a:solidFill>
                  <a:srgbClr val="505860"/>
                </a:solidFill>
              </a:defRPr>
            </a:pPr>
            <a:r>
              <a:t>Baseline WAPE</a:t>
            </a:r>
          </a:p>
        </p:txBody>
      </p:sp>
      <p:pic>
        <p:nvPicPr>
          <p:cNvPr id="8" name="Picture 7" descr="final_model_global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40280"/>
            <a:ext cx="7132320" cy="3536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Daily Forecast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Aggregate trend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29260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Validation window: 2017-07-31 to 2017-08-15.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Daily aggregate LightGBM RMSLE: 0.0574.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Daily aggregate Prophet RMSLE: 0.1070.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Total forecast bias: -0.08%.</a:t>
            </a:r>
          </a:p>
        </p:txBody>
      </p:sp>
      <p:pic>
        <p:nvPicPr>
          <p:cNvPr id="5" name="Picture 4" descr="final_daily_actual_vs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170432"/>
            <a:ext cx="4800600" cy="1975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Operational Risk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Where planners should monitor forecast error</a:t>
            </a:r>
          </a:p>
        </p:txBody>
      </p:sp>
      <p:pic>
        <p:nvPicPr>
          <p:cNvPr id="4" name="Picture 3" descr="final_worst_stores_by_w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3886200" cy="2317969"/>
          </a:xfrm>
          <a:prstGeom prst="rect">
            <a:avLst/>
          </a:prstGeom>
        </p:spPr>
      </p:pic>
      <p:pic>
        <p:nvPicPr>
          <p:cNvPr id="5" name="Picture 4" descr="final_worst_families_by_w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43000"/>
            <a:ext cx="3886200" cy="23179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Serving And MLOps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API-ready model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68096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FastAPI exposes liveness, readiness, feature contract, model metadata and batch predict endpoints.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Dockerfile copies only the API, source modules, model files and required serving features.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New tests validate artifact availability, model contract compatibility, API endpoints and input errors.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CI now installs production/dev dependencies, compiles source, runs tests and builds the Docker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2D40"/>
                </a:solidFill>
              </a:defRPr>
            </a:pPr>
            <a:r>
              <a:t>Next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860"/>
                </a:solidFill>
              </a:defRPr>
            </a:pPr>
            <a:r>
              <a:t>Practical improvements after portfolio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68096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Build the Power BI report from the generated dashboard/data_exports CSV layer.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Add automated feature generation for raw date, store and family requests if serving non-technical users.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Register the final LightGBM artifact in MLflow and add deployment promotion gates.</a:t>
            </a:r>
          </a:p>
          <a:p>
            <a:pPr>
              <a:spcAft>
                <a:spcPts val="800"/>
              </a:spcAft>
              <a:defRPr sz="1500">
                <a:solidFill>
                  <a:srgbClr val="202A34"/>
                </a:solidFill>
              </a:defRPr>
            </a:pPr>
            <a:r>
              <a:t>Monitor high-risk stores, families, holidays and promotion periods after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